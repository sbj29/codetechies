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62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54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384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99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27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78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902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763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76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67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785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1313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579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908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312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44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197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D6FE6-79A0-4340-936F-0DF3DC904C5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7A1D8-BF1C-421F-92EF-E29AFCE3F2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2778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AD7EA2-AB9D-07AD-7B62-70C7BF8958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6A9CC-7250-41D8-B9A6-D2E6705EF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014139"/>
            <a:ext cx="9448800" cy="1825096"/>
          </a:xfrm>
        </p:spPr>
        <p:txBody>
          <a:bodyPr>
            <a:normAutofit/>
          </a:bodyPr>
          <a:lstStyle/>
          <a:p>
            <a:r>
              <a:rPr lang="en-US" b="1">
                <a:latin typeface="Algerian" panose="04020705040A02060702" pitchFamily="82" charset="0"/>
              </a:rPr>
              <a:t>SOCIAL MEDIA PROFILE , SPAM DETECTION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EF5ED-A524-4948-984E-E10C13789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842935"/>
            <a:ext cx="9448800" cy="685800"/>
          </a:xfrm>
        </p:spPr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84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3C7B-54D7-4797-AEFF-CC138E89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PROBLEM STATEMENT :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E3254-2B42-48FF-962E-7CDBE31DE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90" y="2694892"/>
            <a:ext cx="10820400" cy="40241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Rise of fake accounts &amp; bots on social media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Spam messages, phishing links, misinformation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Centralized moderation = biased &amp; vulnerable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transparent verification system</a:t>
            </a:r>
            <a:br>
              <a:rPr lang="en-IN" dirty="0"/>
            </a:br>
            <a:endParaRPr lang="en-IN" dirty="0"/>
          </a:p>
          <a:p>
            <a:r>
              <a:rPr lang="en-IN" dirty="0"/>
              <a:t>Examples: Fake profiles on platforms like Facebook and Twitter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496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E209C-361F-4553-9AAF-3EF16C8B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WHY BLOCKCHAIN ?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4B432D-7B33-4609-BACA-A31FD2F0D1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6151" y="1553469"/>
            <a:ext cx="663562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system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Immutable records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 verification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without third party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digital identity</a:t>
            </a:r>
          </a:p>
        </p:txBody>
      </p:sp>
    </p:spTree>
    <p:extLst>
      <p:ext uri="{BB962C8B-B14F-4D97-AF65-F5344CB8AC3E}">
        <p14:creationId xmlns:p14="http://schemas.microsoft.com/office/powerpoint/2010/main" val="381452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EB994-8368-426B-89E7-C1AAAF97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PROPOSED SOLUTION :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9BF55-D05C-4DBD-8138-20B49045A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We build a system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Each user registers with a unique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Identity hash stored on blockchain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Posts are verified before publishing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Spam accounts are flagged permanently</a:t>
            </a:r>
          </a:p>
          <a:p>
            <a:r>
              <a:rPr lang="en-IN" dirty="0"/>
              <a:t>Workflow:</a:t>
            </a:r>
            <a:br>
              <a:rPr lang="en-IN" dirty="0"/>
            </a:br>
            <a:r>
              <a:rPr lang="en-IN" dirty="0"/>
              <a:t>User → Verification → Blockchain → Valid / Spam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050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BFED-C23B-4F16-8771-D5ED316DE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SYSTEM ARCHITECTURE :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6413F-1CE1-4FB5-A2B2-DBAAED397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FRONTEND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JavaScript (React)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CodeSandbox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BACKEND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Smart Contract (Blockchain logic)</a:t>
            </a:r>
          </a:p>
          <a:p>
            <a:r>
              <a:rPr lang="en-IN" dirty="0"/>
              <a:t>Blockchain Network (</a:t>
            </a:r>
            <a:r>
              <a:rPr lang="en-IN" dirty="0" err="1"/>
              <a:t>Testnet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b="1" dirty="0"/>
              <a:t>COMPONENTS :</a:t>
            </a:r>
          </a:p>
          <a:p>
            <a:pPr>
              <a:buFont typeface="+mj-lt"/>
              <a:buAutoNum type="arabicPeriod"/>
            </a:pPr>
            <a:r>
              <a:rPr lang="en-IN" dirty="0"/>
              <a:t>User Registration</a:t>
            </a:r>
          </a:p>
          <a:p>
            <a:pPr>
              <a:buFont typeface="+mj-lt"/>
              <a:buAutoNum type="arabicPeriod"/>
            </a:pPr>
            <a:r>
              <a:rPr lang="en-IN" dirty="0"/>
              <a:t>Hash Generation</a:t>
            </a:r>
          </a:p>
          <a:p>
            <a:pPr>
              <a:buFont typeface="+mj-lt"/>
              <a:buAutoNum type="arabicPeriod"/>
            </a:pPr>
            <a:r>
              <a:rPr lang="en-IN" dirty="0"/>
              <a:t>Spam Detection Logic</a:t>
            </a:r>
          </a:p>
          <a:p>
            <a:pPr>
              <a:buFont typeface="+mj-lt"/>
              <a:buAutoNum type="arabicPeriod"/>
            </a:pPr>
            <a:r>
              <a:rPr lang="en-IN" dirty="0"/>
              <a:t>Blockchain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340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8680-53CF-45DF-9158-345CED74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HOW SPAM IS DETECTING :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75B45-36B3-45ED-8B0A-B035A1B97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Spam detection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Repeated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Suspicious keywords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Frequency of posting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Duplicate hash detection</a:t>
            </a:r>
          </a:p>
          <a:p>
            <a:pPr marL="0" indent="0">
              <a:buNone/>
            </a:pPr>
            <a:r>
              <a:rPr lang="en-US" b="1" dirty="0"/>
              <a:t>If spam detected: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Account flagged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Hash stored on blockchain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be modified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918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8230-523E-46B4-945D-1D98BE62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JAVA SCRIPT CODE (DEMO) :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2A49F-BDD4-489E-94FF-EFB037C29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// Simple spam detection logic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detectSpam</a:t>
            </a:r>
            <a:r>
              <a:rPr lang="en-IN" dirty="0"/>
              <a:t>(message)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spamKeywords</a:t>
            </a:r>
            <a:r>
              <a:rPr lang="en-IN" dirty="0"/>
              <a:t> = ["win money", "free bitcoin", "click here"]; </a:t>
            </a:r>
          </a:p>
          <a:p>
            <a:pPr marL="0" indent="0">
              <a:buNone/>
            </a:pPr>
            <a:r>
              <a:rPr lang="en-IN" dirty="0"/>
              <a:t>  return </a:t>
            </a:r>
            <a:r>
              <a:rPr lang="en-IN" dirty="0" err="1"/>
              <a:t>spamKeywords.some</a:t>
            </a:r>
            <a:r>
              <a:rPr lang="en-IN" dirty="0"/>
              <a:t>(keyword =&gt;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message.toLowerCase</a:t>
            </a:r>
            <a:r>
              <a:rPr lang="en-IN" dirty="0"/>
              <a:t>().includes(keyword)</a:t>
            </a:r>
          </a:p>
          <a:p>
            <a:pPr marL="0" indent="0">
              <a:buNone/>
            </a:pPr>
            <a:r>
              <a:rPr lang="en-IN" dirty="0"/>
              <a:t>  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// Hashing user identity</a:t>
            </a:r>
          </a:p>
          <a:p>
            <a:pPr marL="0" indent="0">
              <a:buNone/>
            </a:pPr>
            <a:r>
              <a:rPr lang="en-IN" dirty="0"/>
              <a:t>async function </a:t>
            </a:r>
            <a:r>
              <a:rPr lang="en-IN" dirty="0" err="1"/>
              <a:t>hashData</a:t>
            </a:r>
            <a:r>
              <a:rPr lang="en-IN" dirty="0"/>
              <a:t>(data)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encoder = new </a:t>
            </a:r>
            <a:r>
              <a:rPr lang="en-IN" dirty="0" err="1"/>
              <a:t>TextEncoder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dataBuffer</a:t>
            </a:r>
            <a:r>
              <a:rPr lang="en-IN" dirty="0"/>
              <a:t> = </a:t>
            </a:r>
            <a:r>
              <a:rPr lang="en-IN" dirty="0" err="1"/>
              <a:t>encoder.encode</a:t>
            </a:r>
            <a:r>
              <a:rPr lang="en-IN" dirty="0"/>
              <a:t>(data);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hashBuffer</a:t>
            </a:r>
            <a:r>
              <a:rPr lang="en-IN" dirty="0"/>
              <a:t> = await </a:t>
            </a:r>
            <a:r>
              <a:rPr lang="en-IN" dirty="0" err="1"/>
              <a:t>crypto.subtle.digest</a:t>
            </a:r>
            <a:r>
              <a:rPr lang="en-IN" dirty="0"/>
              <a:t>("SHA-256", </a:t>
            </a:r>
            <a:r>
              <a:rPr lang="en-IN" dirty="0" err="1"/>
              <a:t>dataBuffer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return </a:t>
            </a:r>
            <a:r>
              <a:rPr lang="en-IN" dirty="0" err="1"/>
              <a:t>Array.from</a:t>
            </a:r>
            <a:r>
              <a:rPr lang="en-IN" dirty="0"/>
              <a:t>(new Uint8Array(</a:t>
            </a:r>
            <a:r>
              <a:rPr lang="en-IN" dirty="0" err="1"/>
              <a:t>hashBuffer</a:t>
            </a:r>
            <a:r>
              <a:rPr lang="en-IN" dirty="0"/>
              <a:t>))</a:t>
            </a:r>
          </a:p>
          <a:p>
            <a:pPr marL="0" indent="0">
              <a:buNone/>
            </a:pPr>
            <a:r>
              <a:rPr lang="en-IN" dirty="0"/>
              <a:t>    .map(b =&gt; </a:t>
            </a:r>
            <a:r>
              <a:rPr lang="en-IN" dirty="0" err="1"/>
              <a:t>b.toString</a:t>
            </a:r>
            <a:r>
              <a:rPr lang="en-IN" dirty="0"/>
              <a:t>(16).</a:t>
            </a:r>
            <a:r>
              <a:rPr lang="en-IN" dirty="0" err="1"/>
              <a:t>padStart</a:t>
            </a:r>
            <a:r>
              <a:rPr lang="en-IN" dirty="0"/>
              <a:t>(2, "0"))</a:t>
            </a:r>
          </a:p>
          <a:p>
            <a:pPr marL="0" indent="0">
              <a:buNone/>
            </a:pPr>
            <a:r>
              <a:rPr lang="en-IN" dirty="0"/>
              <a:t>    .join("");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1802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6604-A050-479D-87B3-73F6D47F3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ADVANTAGES :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A9F7F9-8C32-49FA-BB72-B71594F1EB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1717" y="2388823"/>
            <a:ext cx="572122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 moderation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Tamper-proof records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fake accounts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trust system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user safety</a:t>
            </a:r>
          </a:p>
        </p:txBody>
      </p:sp>
    </p:spTree>
    <p:extLst>
      <p:ext uri="{BB962C8B-B14F-4D97-AF65-F5344CB8AC3E}">
        <p14:creationId xmlns:p14="http://schemas.microsoft.com/office/powerpoint/2010/main" val="236502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F6D64-0195-4AE8-ACF7-434278EC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CONCLUSION :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5070F2-48AD-4E55-8886-D464833A82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9143" y="2626581"/>
            <a:ext cx="722344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Blockchain improves social media security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enables real-time spam detection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identity prevents fake accounts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scope: AI + Blockchain integration</a:t>
            </a:r>
          </a:p>
        </p:txBody>
      </p:sp>
    </p:spTree>
    <p:extLst>
      <p:ext uri="{BB962C8B-B14F-4D97-AF65-F5344CB8AC3E}">
        <p14:creationId xmlns:p14="http://schemas.microsoft.com/office/powerpoint/2010/main" val="369369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227E-1DE4-4AEF-AC39-C83D96F3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F1C0B-151D-4099-A36A-5EFF3CD2F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1"/>
            <a:ext cx="10820400" cy="4024125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TEAM NAME </a:t>
            </a:r>
            <a:r>
              <a:rPr lang="en-US" dirty="0"/>
              <a:t>: CODE TECHIES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PREPARED BY : </a:t>
            </a:r>
          </a:p>
          <a:p>
            <a:pPr marL="0" indent="0">
              <a:buNone/>
            </a:pPr>
            <a:r>
              <a:rPr lang="en-US" b="1" dirty="0"/>
              <a:t>		  THENEEKA G</a:t>
            </a:r>
          </a:p>
          <a:p>
            <a:pPr marL="0" indent="0">
              <a:buNone/>
            </a:pPr>
            <a:r>
              <a:rPr lang="en-US" b="1" dirty="0"/>
              <a:t>		  MALINI DEVI M</a:t>
            </a:r>
          </a:p>
          <a:p>
            <a:pPr marL="0" indent="0">
              <a:buNone/>
            </a:pPr>
            <a:r>
              <a:rPr lang="en-US" b="1" dirty="0"/>
              <a:t>		  BALAJI JITHARTH 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9135383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43</TotalTime>
  <Words>382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Century Gothic</vt:lpstr>
      <vt:lpstr>Vapor Trail</vt:lpstr>
      <vt:lpstr>SOCIAL MEDIA PROFILE , SPAM DETECTION</vt:lpstr>
      <vt:lpstr>PROBLEM STATEMENT :</vt:lpstr>
      <vt:lpstr>WHY BLOCKCHAIN ?</vt:lpstr>
      <vt:lpstr>PROPOSED SOLUTION :</vt:lpstr>
      <vt:lpstr>SYSTEM ARCHITECTURE :</vt:lpstr>
      <vt:lpstr>HOW SPAM IS DETECTING :</vt:lpstr>
      <vt:lpstr>JAVA SCRIPT CODE (DEMO) :</vt:lpstr>
      <vt:lpstr>ADVANTAGES :</vt:lpstr>
      <vt:lpstr>CONCLUSION :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PROFILE , SPAM DETECTION</dc:title>
  <dc:creator>PUNITHA ABINASH J</dc:creator>
  <cp:lastModifiedBy>BALAJI JITHARTH.S</cp:lastModifiedBy>
  <cp:revision>3</cp:revision>
  <dcterms:created xsi:type="dcterms:W3CDTF">2026-03-02T18:01:59Z</dcterms:created>
  <dcterms:modified xsi:type="dcterms:W3CDTF">2026-03-02T18:52:34Z</dcterms:modified>
</cp:coreProperties>
</file>